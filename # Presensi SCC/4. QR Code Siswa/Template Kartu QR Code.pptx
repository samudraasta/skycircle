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240000" cx="1980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Roboto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20">
          <p15:clr>
            <a:srgbClr val="747775"/>
          </p15:clr>
        </p15:guide>
        <p15:guide id="2" pos="6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20" orient="horz"/>
        <p:guide pos="6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emiBold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RobotoSemiBold-italic.fntdata"/><Relationship Id="rId12" Type="http://schemas.openxmlformats.org/officeDocument/2006/relationships/font" Target="fonts/Robot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Robot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81564" y="685800"/>
            <a:ext cx="209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381564" y="685800"/>
            <a:ext cx="209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7496" y="469024"/>
            <a:ext cx="1845000" cy="1293000"/>
          </a:xfrm>
          <a:prstGeom prst="rect">
            <a:avLst/>
          </a:prstGeom>
        </p:spPr>
        <p:txBody>
          <a:bodyPr anchorCtr="0" anchor="b" bIns="51000" lIns="51000" spcFirstLastPara="1" rIns="51000" wrap="square" tIns="51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1pPr>
            <a:lvl2pPr lvl="1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2pPr>
            <a:lvl3pPr lvl="2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3pPr>
            <a:lvl4pPr lvl="3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4pPr>
            <a:lvl5pPr lvl="4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5pPr>
            <a:lvl6pPr lvl="5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6pPr>
            <a:lvl7pPr lvl="6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7pPr>
            <a:lvl8pPr lvl="7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8pPr>
            <a:lvl9pPr lvl="8" algn="ctr">
              <a:spcBef>
                <a:spcPts val="0"/>
              </a:spcBef>
              <a:spcAft>
                <a:spcPts val="0"/>
              </a:spcAft>
              <a:buSzPts val="2901"/>
              <a:buNone/>
              <a:defRPr sz="2901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7494" y="1785276"/>
            <a:ext cx="1845000" cy="4992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7494" y="1354866"/>
            <a:ext cx="1845000" cy="5301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1pPr>
            <a:lvl2pPr lvl="1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2pPr>
            <a:lvl3pPr lvl="2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3pPr>
            <a:lvl4pPr lvl="3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4pPr>
            <a:lvl5pPr lvl="4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5pPr>
            <a:lvl6pPr lvl="5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6pPr>
            <a:lvl7pPr lvl="6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7pPr>
            <a:lvl8pPr lvl="7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8pPr>
            <a:lvl9pPr lvl="8" algn="ctr">
              <a:spcBef>
                <a:spcPts val="0"/>
              </a:spcBef>
              <a:spcAft>
                <a:spcPts val="0"/>
              </a:spcAft>
              <a:buSzPts val="2008"/>
              <a:buNone/>
              <a:defRPr sz="2008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7494" y="280331"/>
            <a:ext cx="1845000" cy="3609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1pPr>
            <a:lvl2pPr lvl="1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2pPr>
            <a:lvl3pPr lvl="2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3pPr>
            <a:lvl4pPr lvl="3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4pPr>
            <a:lvl5pPr lvl="4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5pPr>
            <a:lvl6pPr lvl="5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6pPr>
            <a:lvl7pPr lvl="6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7pPr>
            <a:lvl8pPr lvl="7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8pPr>
            <a:lvl9pPr lvl="8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7494" y="725969"/>
            <a:ext cx="1845000" cy="21522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indent="-292365" lvl="0" marL="457200">
              <a:spcBef>
                <a:spcPts val="0"/>
              </a:spcBef>
              <a:spcAft>
                <a:spcPts val="0"/>
              </a:spcAft>
              <a:buSzPts val="1004"/>
              <a:buChar char="●"/>
              <a:defRPr sz="1004"/>
            </a:lvl1pPr>
            <a:lvl2pPr indent="-278195" lvl="1" marL="914400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2pPr>
            <a:lvl3pPr indent="-278195" lvl="2" marL="1371600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3pPr>
            <a:lvl4pPr indent="-278195" lvl="3" marL="1828800">
              <a:spcBef>
                <a:spcPts val="0"/>
              </a:spcBef>
              <a:spcAft>
                <a:spcPts val="0"/>
              </a:spcAft>
              <a:buSzPts val="781"/>
              <a:buChar char="●"/>
              <a:defRPr sz="781"/>
            </a:lvl4pPr>
            <a:lvl5pPr indent="-278195" lvl="4" marL="2286000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5pPr>
            <a:lvl6pPr indent="-278195" lvl="5" marL="2743200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6pPr>
            <a:lvl7pPr indent="-278195" lvl="6" marL="3200400">
              <a:spcBef>
                <a:spcPts val="0"/>
              </a:spcBef>
              <a:spcAft>
                <a:spcPts val="0"/>
              </a:spcAft>
              <a:buSzPts val="781"/>
              <a:buChar char="●"/>
              <a:defRPr sz="781"/>
            </a:lvl7pPr>
            <a:lvl8pPr indent="-278195" lvl="7" marL="3657600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8pPr>
            <a:lvl9pPr indent="-278195" lvl="8" marL="4114800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7494" y="280331"/>
            <a:ext cx="1845000" cy="3609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1pPr>
            <a:lvl2pPr lvl="1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2pPr>
            <a:lvl3pPr lvl="2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3pPr>
            <a:lvl4pPr lvl="3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4pPr>
            <a:lvl5pPr lvl="4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5pPr>
            <a:lvl6pPr lvl="5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6pPr>
            <a:lvl7pPr lvl="6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7pPr>
            <a:lvl8pPr lvl="7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8pPr>
            <a:lvl9pPr lvl="8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7494" y="725969"/>
            <a:ext cx="865800" cy="21522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indent="-278195" lvl="0" marL="457200">
              <a:spcBef>
                <a:spcPts val="0"/>
              </a:spcBef>
              <a:spcAft>
                <a:spcPts val="0"/>
              </a:spcAft>
              <a:buSzPts val="781"/>
              <a:buChar char="●"/>
              <a:defRPr sz="781"/>
            </a:lvl1pPr>
            <a:lvl2pPr indent="-271109" lvl="1" marL="9144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2pPr>
            <a:lvl3pPr indent="-271109" lvl="2" marL="13716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3pPr>
            <a:lvl4pPr indent="-271109" lvl="3" marL="1828800">
              <a:spcBef>
                <a:spcPts val="0"/>
              </a:spcBef>
              <a:spcAft>
                <a:spcPts val="0"/>
              </a:spcAft>
              <a:buSzPts val="669"/>
              <a:buChar char="●"/>
              <a:defRPr sz="669"/>
            </a:lvl4pPr>
            <a:lvl5pPr indent="-271109" lvl="4" marL="22860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5pPr>
            <a:lvl6pPr indent="-271109" lvl="5" marL="27432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6pPr>
            <a:lvl7pPr indent="-271109" lvl="6" marL="3200400">
              <a:spcBef>
                <a:spcPts val="0"/>
              </a:spcBef>
              <a:spcAft>
                <a:spcPts val="0"/>
              </a:spcAft>
              <a:buSzPts val="669"/>
              <a:buChar char="●"/>
              <a:defRPr sz="669"/>
            </a:lvl7pPr>
            <a:lvl8pPr indent="-271109" lvl="7" marL="36576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8pPr>
            <a:lvl9pPr indent="-271109" lvl="8" marL="41148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046386" y="725969"/>
            <a:ext cx="865800" cy="21522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indent="-278195" lvl="0" marL="457200">
              <a:spcBef>
                <a:spcPts val="0"/>
              </a:spcBef>
              <a:spcAft>
                <a:spcPts val="0"/>
              </a:spcAft>
              <a:buSzPts val="781"/>
              <a:buChar char="●"/>
              <a:defRPr sz="781"/>
            </a:lvl1pPr>
            <a:lvl2pPr indent="-271109" lvl="1" marL="9144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2pPr>
            <a:lvl3pPr indent="-271109" lvl="2" marL="13716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3pPr>
            <a:lvl4pPr indent="-271109" lvl="3" marL="1828800">
              <a:spcBef>
                <a:spcPts val="0"/>
              </a:spcBef>
              <a:spcAft>
                <a:spcPts val="0"/>
              </a:spcAft>
              <a:buSzPts val="669"/>
              <a:buChar char="●"/>
              <a:defRPr sz="669"/>
            </a:lvl4pPr>
            <a:lvl5pPr indent="-271109" lvl="4" marL="22860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5pPr>
            <a:lvl6pPr indent="-271109" lvl="5" marL="27432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6pPr>
            <a:lvl7pPr indent="-271109" lvl="6" marL="3200400">
              <a:spcBef>
                <a:spcPts val="0"/>
              </a:spcBef>
              <a:spcAft>
                <a:spcPts val="0"/>
              </a:spcAft>
              <a:buSzPts val="669"/>
              <a:buChar char="●"/>
              <a:defRPr sz="669"/>
            </a:lvl7pPr>
            <a:lvl8pPr indent="-271109" lvl="7" marL="36576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8pPr>
            <a:lvl9pPr indent="-271109" lvl="8" marL="41148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7494" y="280331"/>
            <a:ext cx="1845000" cy="3609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1pPr>
            <a:lvl2pPr lvl="1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2pPr>
            <a:lvl3pPr lvl="2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3pPr>
            <a:lvl4pPr lvl="3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4pPr>
            <a:lvl5pPr lvl="4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5pPr>
            <a:lvl6pPr lvl="5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6pPr>
            <a:lvl7pPr lvl="6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7pPr>
            <a:lvl8pPr lvl="7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8pPr>
            <a:lvl9pPr lvl="8">
              <a:spcBef>
                <a:spcPts val="0"/>
              </a:spcBef>
              <a:spcAft>
                <a:spcPts val="0"/>
              </a:spcAft>
              <a:buSzPts val="1562"/>
              <a:buNone/>
              <a:defRPr sz="1562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7494" y="349984"/>
            <a:ext cx="608100" cy="476100"/>
          </a:xfrm>
          <a:prstGeom prst="rect">
            <a:avLst/>
          </a:prstGeom>
        </p:spPr>
        <p:txBody>
          <a:bodyPr anchorCtr="0" anchor="b" bIns="51000" lIns="51000" spcFirstLastPara="1" rIns="51000" wrap="square" tIns="51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1pPr>
            <a:lvl2pPr lvl="1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2pPr>
            <a:lvl3pPr lvl="2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3pPr>
            <a:lvl4pPr lvl="3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4pPr>
            <a:lvl5pPr lvl="4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5pPr>
            <a:lvl6pPr lvl="5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6pPr>
            <a:lvl7pPr lvl="6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7pPr>
            <a:lvl8pPr lvl="7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8pPr>
            <a:lvl9pPr lvl="8">
              <a:spcBef>
                <a:spcPts val="0"/>
              </a:spcBef>
              <a:spcAft>
                <a:spcPts val="0"/>
              </a:spcAft>
              <a:buSzPts val="1339"/>
              <a:buNone/>
              <a:defRPr sz="1339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7494" y="875339"/>
            <a:ext cx="608100" cy="20028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indent="-271109" lvl="0" marL="457200">
              <a:spcBef>
                <a:spcPts val="0"/>
              </a:spcBef>
              <a:spcAft>
                <a:spcPts val="0"/>
              </a:spcAft>
              <a:buSzPts val="669"/>
              <a:buChar char="●"/>
              <a:defRPr sz="669"/>
            </a:lvl1pPr>
            <a:lvl2pPr indent="-271109" lvl="1" marL="9144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2pPr>
            <a:lvl3pPr indent="-271109" lvl="2" marL="13716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3pPr>
            <a:lvl4pPr indent="-271109" lvl="3" marL="1828800">
              <a:spcBef>
                <a:spcPts val="0"/>
              </a:spcBef>
              <a:spcAft>
                <a:spcPts val="0"/>
              </a:spcAft>
              <a:buSzPts val="669"/>
              <a:buChar char="●"/>
              <a:defRPr sz="669"/>
            </a:lvl4pPr>
            <a:lvl5pPr indent="-271109" lvl="4" marL="22860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5pPr>
            <a:lvl6pPr indent="-271109" lvl="5" marL="27432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6pPr>
            <a:lvl7pPr indent="-271109" lvl="6" marL="3200400">
              <a:spcBef>
                <a:spcPts val="0"/>
              </a:spcBef>
              <a:spcAft>
                <a:spcPts val="0"/>
              </a:spcAft>
              <a:buSzPts val="669"/>
              <a:buChar char="●"/>
              <a:defRPr sz="669"/>
            </a:lvl7pPr>
            <a:lvl8pPr indent="-271109" lvl="7" marL="3657600">
              <a:spcBef>
                <a:spcPts val="0"/>
              </a:spcBef>
              <a:spcAft>
                <a:spcPts val="0"/>
              </a:spcAft>
              <a:buSzPts val="669"/>
              <a:buChar char="○"/>
              <a:defRPr sz="669"/>
            </a:lvl8pPr>
            <a:lvl9pPr indent="-271109" lvl="8" marL="4114800">
              <a:spcBef>
                <a:spcPts val="0"/>
              </a:spcBef>
              <a:spcAft>
                <a:spcPts val="0"/>
              </a:spcAft>
              <a:buSzPts val="669"/>
              <a:buChar char="■"/>
              <a:defRPr sz="669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06156" y="283559"/>
            <a:ext cx="1378800" cy="25767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1pPr>
            <a:lvl2pPr lvl="1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2pPr>
            <a:lvl3pPr lvl="2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3pPr>
            <a:lvl4pPr lvl="3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4pPr>
            <a:lvl5pPr lvl="4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5pPr>
            <a:lvl6pPr lvl="5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6pPr>
            <a:lvl7pPr lvl="6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7pPr>
            <a:lvl8pPr lvl="7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8pPr>
            <a:lvl9pPr lvl="8">
              <a:spcBef>
                <a:spcPts val="0"/>
              </a:spcBef>
              <a:spcAft>
                <a:spcPts val="0"/>
              </a:spcAft>
              <a:buSzPts val="2678"/>
              <a:buNone/>
              <a:defRPr sz="2678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90000" y="-79"/>
            <a:ext cx="990000" cy="32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000" lIns="51000" spcFirstLastPara="1" rIns="51000" wrap="square" tIns="5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7490" y="776803"/>
            <a:ext cx="875700" cy="933600"/>
          </a:xfrm>
          <a:prstGeom prst="rect">
            <a:avLst/>
          </a:prstGeom>
        </p:spPr>
        <p:txBody>
          <a:bodyPr anchorCtr="0" anchor="b" bIns="51000" lIns="51000" spcFirstLastPara="1" rIns="51000" wrap="square" tIns="51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1pPr>
            <a:lvl2pPr lvl="1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2pPr>
            <a:lvl3pPr lvl="2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3pPr>
            <a:lvl4pPr lvl="3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4pPr>
            <a:lvl5pPr lvl="4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5pPr>
            <a:lvl6pPr lvl="5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6pPr>
            <a:lvl7pPr lvl="6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7pPr>
            <a:lvl8pPr lvl="7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8pPr>
            <a:lvl9pPr lvl="8" algn="ctr">
              <a:spcBef>
                <a:spcPts val="0"/>
              </a:spcBef>
              <a:spcAft>
                <a:spcPts val="0"/>
              </a:spcAft>
              <a:buSzPts val="2343"/>
              <a:buNone/>
              <a:defRPr sz="234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7490" y="1765717"/>
            <a:ext cx="875700" cy="7779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2"/>
              <a:buNone/>
              <a:defRPr sz="1172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069577" y="456110"/>
            <a:ext cx="830700" cy="23277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indent="-292365" lvl="0" marL="457200">
              <a:spcBef>
                <a:spcPts val="0"/>
              </a:spcBef>
              <a:spcAft>
                <a:spcPts val="0"/>
              </a:spcAft>
              <a:buSzPts val="1004"/>
              <a:buChar char="●"/>
              <a:defRPr sz="1004"/>
            </a:lvl1pPr>
            <a:lvl2pPr indent="-278195" lvl="1" marL="914400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2pPr>
            <a:lvl3pPr indent="-278195" lvl="2" marL="1371600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3pPr>
            <a:lvl4pPr indent="-278195" lvl="3" marL="1828800">
              <a:spcBef>
                <a:spcPts val="0"/>
              </a:spcBef>
              <a:spcAft>
                <a:spcPts val="0"/>
              </a:spcAft>
              <a:buSzPts val="781"/>
              <a:buChar char="●"/>
              <a:defRPr sz="781"/>
            </a:lvl4pPr>
            <a:lvl5pPr indent="-278195" lvl="4" marL="2286000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5pPr>
            <a:lvl6pPr indent="-278195" lvl="5" marL="2743200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6pPr>
            <a:lvl7pPr indent="-278195" lvl="6" marL="3200400">
              <a:spcBef>
                <a:spcPts val="0"/>
              </a:spcBef>
              <a:spcAft>
                <a:spcPts val="0"/>
              </a:spcAft>
              <a:buSzPts val="781"/>
              <a:buChar char="●"/>
              <a:defRPr sz="781"/>
            </a:lvl7pPr>
            <a:lvl8pPr indent="-278195" lvl="7" marL="3657600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8pPr>
            <a:lvl9pPr indent="-278195" lvl="8" marL="4114800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7494" y="2664929"/>
            <a:ext cx="1299000" cy="3813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4"/>
              <a:buNone/>
              <a:defRPr sz="1004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7494" y="696772"/>
            <a:ext cx="1845000" cy="1236900"/>
          </a:xfrm>
          <a:prstGeom prst="rect">
            <a:avLst/>
          </a:prstGeom>
        </p:spPr>
        <p:txBody>
          <a:bodyPr anchorCtr="0" anchor="b" bIns="51000" lIns="51000" spcFirstLastPara="1" rIns="51000" wrap="square" tIns="51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1pPr>
            <a:lvl2pPr lvl="1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2pPr>
            <a:lvl3pPr lvl="2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3pPr>
            <a:lvl4pPr lvl="3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4pPr>
            <a:lvl5pPr lvl="4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5pPr>
            <a:lvl6pPr lvl="5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6pPr>
            <a:lvl7pPr lvl="6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7pPr>
            <a:lvl8pPr lvl="7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8pPr>
            <a:lvl9pPr lvl="8" algn="ctr">
              <a:spcBef>
                <a:spcPts val="0"/>
              </a:spcBef>
              <a:spcAft>
                <a:spcPts val="0"/>
              </a:spcAft>
              <a:buSzPts val="6694"/>
              <a:buNone/>
              <a:defRPr sz="669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7494" y="1985654"/>
            <a:ext cx="1845000" cy="8196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>
            <a:lvl1pPr indent="-292365" lvl="0" marL="457200" algn="ctr">
              <a:spcBef>
                <a:spcPts val="0"/>
              </a:spcBef>
              <a:spcAft>
                <a:spcPts val="0"/>
              </a:spcAft>
              <a:buSzPts val="1004"/>
              <a:buChar char="●"/>
              <a:defRPr sz="1004"/>
            </a:lvl1pPr>
            <a:lvl2pPr indent="-278195" lvl="1" marL="914400" algn="ctr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2pPr>
            <a:lvl3pPr indent="-278195" lvl="2" marL="1371600" algn="ctr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3pPr>
            <a:lvl4pPr indent="-278195" lvl="3" marL="1828800" algn="ctr">
              <a:spcBef>
                <a:spcPts val="0"/>
              </a:spcBef>
              <a:spcAft>
                <a:spcPts val="0"/>
              </a:spcAft>
              <a:buSzPts val="781"/>
              <a:buChar char="●"/>
              <a:defRPr sz="781"/>
            </a:lvl4pPr>
            <a:lvl5pPr indent="-278195" lvl="4" marL="2286000" algn="ctr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5pPr>
            <a:lvl6pPr indent="-278195" lvl="5" marL="2743200" algn="ctr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6pPr>
            <a:lvl7pPr indent="-278195" lvl="6" marL="3200400" algn="ctr">
              <a:spcBef>
                <a:spcPts val="0"/>
              </a:spcBef>
              <a:spcAft>
                <a:spcPts val="0"/>
              </a:spcAft>
              <a:buSzPts val="781"/>
              <a:buChar char="●"/>
              <a:defRPr sz="781"/>
            </a:lvl7pPr>
            <a:lvl8pPr indent="-278195" lvl="7" marL="3657600" algn="ctr">
              <a:spcBef>
                <a:spcPts val="0"/>
              </a:spcBef>
              <a:spcAft>
                <a:spcPts val="0"/>
              </a:spcAft>
              <a:buSzPts val="781"/>
              <a:buChar char="○"/>
              <a:defRPr sz="781"/>
            </a:lvl8pPr>
            <a:lvl9pPr indent="-278195" lvl="8" marL="4114800" algn="ctr">
              <a:spcBef>
                <a:spcPts val="0"/>
              </a:spcBef>
              <a:spcAft>
                <a:spcPts val="0"/>
              </a:spcAft>
              <a:buSzPts val="781"/>
              <a:buChar char="■"/>
              <a:defRPr sz="78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</p:spPr>
        <p:txBody>
          <a:bodyPr anchorCtr="0" anchor="ctr" bIns="51000" lIns="51000" spcFirstLastPara="1" rIns="51000" wrap="square" tIns="51000">
            <a:normAutofit/>
          </a:bodyPr>
          <a:lstStyle>
            <a:lvl1pPr lvl="0">
              <a:buNone/>
              <a:defRPr sz="558"/>
            </a:lvl1pPr>
            <a:lvl2pPr lvl="1">
              <a:buNone/>
              <a:defRPr sz="558"/>
            </a:lvl2pPr>
            <a:lvl3pPr lvl="2">
              <a:buNone/>
              <a:defRPr sz="558"/>
            </a:lvl3pPr>
            <a:lvl4pPr lvl="3">
              <a:buNone/>
              <a:defRPr sz="558"/>
            </a:lvl4pPr>
            <a:lvl5pPr lvl="4">
              <a:buNone/>
              <a:defRPr sz="558"/>
            </a:lvl5pPr>
            <a:lvl6pPr lvl="5">
              <a:buNone/>
              <a:defRPr sz="558"/>
            </a:lvl6pPr>
            <a:lvl7pPr lvl="6">
              <a:buNone/>
              <a:defRPr sz="558"/>
            </a:lvl7pPr>
            <a:lvl8pPr lvl="7">
              <a:buNone/>
              <a:defRPr sz="558"/>
            </a:lvl8pPr>
            <a:lvl9pPr lvl="8">
              <a:buNone/>
              <a:defRPr sz="55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7494" y="280331"/>
            <a:ext cx="1845000" cy="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00" lIns="51000" spcFirstLastPara="1" rIns="51000" wrap="square" tIns="51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2"/>
              <a:buNone/>
              <a:defRPr sz="156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7494" y="725969"/>
            <a:ext cx="1845000" cy="21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000" lIns="51000" spcFirstLastPara="1" rIns="51000" wrap="square" tIns="51000">
            <a:normAutofit/>
          </a:bodyPr>
          <a:lstStyle>
            <a:lvl1pPr indent="-29236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4"/>
              <a:buChar char="●"/>
              <a:defRPr sz="1004">
                <a:solidFill>
                  <a:schemeClr val="dk2"/>
                </a:solidFill>
              </a:defRPr>
            </a:lvl1pPr>
            <a:lvl2pPr indent="-27819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1"/>
              <a:buChar char="○"/>
              <a:defRPr sz="781">
                <a:solidFill>
                  <a:schemeClr val="dk2"/>
                </a:solidFill>
              </a:defRPr>
            </a:lvl2pPr>
            <a:lvl3pPr indent="-27819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1"/>
              <a:buChar char="■"/>
              <a:defRPr sz="781">
                <a:solidFill>
                  <a:schemeClr val="dk2"/>
                </a:solidFill>
              </a:defRPr>
            </a:lvl3pPr>
            <a:lvl4pPr indent="-27819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1"/>
              <a:buChar char="●"/>
              <a:defRPr sz="781">
                <a:solidFill>
                  <a:schemeClr val="dk2"/>
                </a:solidFill>
              </a:defRPr>
            </a:lvl4pPr>
            <a:lvl5pPr indent="-27819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1"/>
              <a:buChar char="○"/>
              <a:defRPr sz="781">
                <a:solidFill>
                  <a:schemeClr val="dk2"/>
                </a:solidFill>
              </a:defRPr>
            </a:lvl5pPr>
            <a:lvl6pPr indent="-27819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1"/>
              <a:buChar char="■"/>
              <a:defRPr sz="781">
                <a:solidFill>
                  <a:schemeClr val="dk2"/>
                </a:solidFill>
              </a:defRPr>
            </a:lvl6pPr>
            <a:lvl7pPr indent="-27819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1"/>
              <a:buChar char="●"/>
              <a:defRPr sz="781">
                <a:solidFill>
                  <a:schemeClr val="dk2"/>
                </a:solidFill>
              </a:defRPr>
            </a:lvl7pPr>
            <a:lvl8pPr indent="-27819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1"/>
              <a:buChar char="○"/>
              <a:defRPr sz="781">
                <a:solidFill>
                  <a:schemeClr val="dk2"/>
                </a:solidFill>
              </a:defRPr>
            </a:lvl8pPr>
            <a:lvl9pPr indent="-27819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1"/>
              <a:buChar char="■"/>
              <a:defRPr sz="78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834587" y="2937459"/>
            <a:ext cx="118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000" lIns="51000" spcFirstLastPara="1" rIns="51000" wrap="square" tIns="51000">
            <a:normAutofit/>
          </a:bodyPr>
          <a:lstStyle>
            <a:lvl1pPr lvl="0" algn="r">
              <a:buNone/>
              <a:defRPr sz="558">
                <a:solidFill>
                  <a:schemeClr val="dk2"/>
                </a:solidFill>
              </a:defRPr>
            </a:lvl1pPr>
            <a:lvl2pPr lvl="1" algn="r">
              <a:buNone/>
              <a:defRPr sz="558">
                <a:solidFill>
                  <a:schemeClr val="dk2"/>
                </a:solidFill>
              </a:defRPr>
            </a:lvl2pPr>
            <a:lvl3pPr lvl="2" algn="r">
              <a:buNone/>
              <a:defRPr sz="558">
                <a:solidFill>
                  <a:schemeClr val="dk2"/>
                </a:solidFill>
              </a:defRPr>
            </a:lvl3pPr>
            <a:lvl4pPr lvl="3" algn="r">
              <a:buNone/>
              <a:defRPr sz="558">
                <a:solidFill>
                  <a:schemeClr val="dk2"/>
                </a:solidFill>
              </a:defRPr>
            </a:lvl4pPr>
            <a:lvl5pPr lvl="4" algn="r">
              <a:buNone/>
              <a:defRPr sz="558">
                <a:solidFill>
                  <a:schemeClr val="dk2"/>
                </a:solidFill>
              </a:defRPr>
            </a:lvl5pPr>
            <a:lvl6pPr lvl="5" algn="r">
              <a:buNone/>
              <a:defRPr sz="558">
                <a:solidFill>
                  <a:schemeClr val="dk2"/>
                </a:solidFill>
              </a:defRPr>
            </a:lvl6pPr>
            <a:lvl7pPr lvl="6" algn="r">
              <a:buNone/>
              <a:defRPr sz="558">
                <a:solidFill>
                  <a:schemeClr val="dk2"/>
                </a:solidFill>
              </a:defRPr>
            </a:lvl7pPr>
            <a:lvl8pPr lvl="7" algn="r">
              <a:buNone/>
              <a:defRPr sz="558">
                <a:solidFill>
                  <a:schemeClr val="dk2"/>
                </a:solidFill>
              </a:defRPr>
            </a:lvl8pPr>
            <a:lvl9pPr lvl="8" algn="r">
              <a:buNone/>
              <a:defRPr sz="558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QR Code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850" y="-6850"/>
            <a:ext cx="1986851" cy="32526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67500" y="469025"/>
            <a:ext cx="1845000" cy="1601100"/>
          </a:xfrm>
          <a:prstGeom prst="rect">
            <a:avLst/>
          </a:prstGeom>
        </p:spPr>
        <p:txBody>
          <a:bodyPr anchorCtr="0" anchor="t" bIns="51000" lIns="51000" spcFirstLastPara="1" rIns="51000" wrap="square" tIns="51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000">
                <a:latin typeface="Roboto SemiBold"/>
                <a:ea typeface="Roboto SemiBold"/>
                <a:cs typeface="Roboto SemiBold"/>
                <a:sym typeface="Roboto SemiBold"/>
              </a:rPr>
              <a:t>&lt;&lt;QR Code&gt;&gt;</a:t>
            </a:r>
            <a:endParaRPr sz="10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67496" y="1484499"/>
            <a:ext cx="1845000" cy="1293000"/>
          </a:xfrm>
          <a:prstGeom prst="rect">
            <a:avLst/>
          </a:prstGeom>
        </p:spPr>
        <p:txBody>
          <a:bodyPr anchorCtr="0" anchor="b" bIns="51000" lIns="51000" spcFirstLastPara="1" rIns="51000" wrap="square" tIns="51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d" sz="911">
                <a:latin typeface="Roboto"/>
                <a:ea typeface="Roboto"/>
                <a:cs typeface="Roboto"/>
                <a:sym typeface="Roboto"/>
              </a:rPr>
              <a:t>Angkatan &lt;&lt;Gen&gt;&gt; - &lt;&lt;Kelas&gt;&gt;</a:t>
            </a:r>
            <a:br>
              <a:rPr lang="id" sz="1111">
                <a:latin typeface="Roboto SemiBold"/>
                <a:ea typeface="Roboto SemiBold"/>
                <a:cs typeface="Roboto SemiBold"/>
                <a:sym typeface="Roboto SemiBold"/>
              </a:rPr>
            </a:br>
            <a:r>
              <a:rPr lang="id" sz="1111">
                <a:latin typeface="Roboto SemiBold"/>
                <a:ea typeface="Roboto SemiBold"/>
                <a:cs typeface="Roboto SemiBold"/>
                <a:sym typeface="Roboto SemiBold"/>
              </a:rPr>
              <a:t>&lt;&lt;Nama Lengkap&gt;&gt;</a:t>
            </a:r>
            <a:endParaRPr sz="1111"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d" sz="911">
                <a:latin typeface="Roboto"/>
                <a:ea typeface="Roboto"/>
                <a:cs typeface="Roboto"/>
                <a:sym typeface="Roboto"/>
              </a:rPr>
              <a:t>&lt;&lt;NISN&gt;&gt;</a:t>
            </a:r>
            <a:endParaRPr sz="91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